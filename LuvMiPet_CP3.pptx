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EBF4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918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3291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64008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LuvMiPet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pet care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596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 ·  iOS &amp; Android  · 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29384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O2O Booking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55848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82312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852160" y="7315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D6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LuvMiPet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8138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07008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8988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81328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Nguyen Thanh Dat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1572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SE172476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strategy, product vision &amp; investor relations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956816"/>
            <a:ext cx="813816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56816"/>
            <a:ext cx="54864" cy="64008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13969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396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81328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 Gia Huy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81328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SE182644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139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partner management &amp; service delivery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706624"/>
            <a:ext cx="8138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06624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889504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8895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81328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Chi Thien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81328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SE171314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architecture, AI systems &amp; mobile development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456432"/>
            <a:ext cx="813816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56432"/>
            <a:ext cx="54864" cy="64008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63931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393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481328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Chi Hieu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81328" y="3822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SE172822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marketing strategy &amp; community growth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8138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206240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3891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3891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481328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Nguyen Trung Nghia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81328" y="4572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SE192929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planning, pricing model &amp; fundraising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" y="1170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463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 &amp; core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38528"/>
            <a:ext cx="329184" cy="329184"/>
          </a:xfrm>
          <a:prstGeom prst="ellipse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1901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Infrastructure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&amp; cloud setup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70048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&amp; Pricing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926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&amp; plan comparison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3697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401568"/>
            <a:ext cx="329184" cy="329184"/>
          </a:xfrm>
          <a:prstGeom prst="ellipse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&amp; UX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6576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UX highlights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68496"/>
            <a:ext cx="813816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33088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4096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Disclosure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389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&amp; team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LuvMiPet solves and how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3858768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43584"/>
            <a:ext cx="54864" cy="17190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898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34930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pet owners (Gen Z &amp; Millennials) struggle to track their pet's health scientifically — and waste hours searching for trusted vets, groomers, and pet hotels.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82312" y="1243584"/>
            <a:ext cx="3858768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1243584"/>
            <a:ext cx="54864" cy="171907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92624" y="13898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92624" y="1737360"/>
            <a:ext cx="34930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LuvMiPet — one app combining AI health tracking, O2O booking, a smart shop, and a pet community, personalized for every pet.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33672" y="1920240"/>
            <a:ext cx="457200" cy="310896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1920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27248"/>
            <a:ext cx="20116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2735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" y="36027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vitals + AI health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0048" y="3127248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70048" y="3127248"/>
            <a:ext cx="2011680" cy="4572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2735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O2O Booking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36027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· Grooming · Pet Hotel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37176" y="3127248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37176" y="3127248"/>
            <a:ext cx="20116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32735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01768" y="36027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product recommendations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04304" y="3127248"/>
            <a:ext cx="20116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04304" y="3127248"/>
            <a:ext cx="2011680" cy="4572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32735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68896" y="36027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moments, connect with others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Infrastructure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 for MVP launch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9202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07008"/>
            <a:ext cx="192024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3502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500ms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12648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1207008"/>
            <a:ext cx="19202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07008"/>
            <a:ext cx="1920240" cy="4572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3502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207008"/>
            <a:ext cx="19202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207008"/>
            <a:ext cx="192024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33502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82312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57416" y="1207008"/>
            <a:ext cx="19202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1207008"/>
            <a:ext cx="1920240" cy="4572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335024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67144" y="20116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81635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816352"/>
            <a:ext cx="54864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295351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46504" y="295351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/ AWS — auto-scaled infrastructure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81635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16352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295351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98464" y="295351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backup of all pet health records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45643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456432"/>
            <a:ext cx="54864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359359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3593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46504" y="35935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end-to-end for all data in transit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45643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456432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82896" y="359359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593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98464" y="359359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— OTP &amp; Social Login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09651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096512"/>
            <a:ext cx="54864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" y="42336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" y="4233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46504" y="423367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+ Vietnam Cybersecurity Law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09651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096512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82896" y="42336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4233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98464" y="423367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— native cross-platform mobile app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System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protect users and their pets' data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633472" cy="34930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07008"/>
            <a:ext cx="2633472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3502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2024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encryption on all API calls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04088" y="263347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542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4088" y="3255264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6382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— OTP + Social login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" y="3877056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7856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at rest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9272" y="1207008"/>
            <a:ext cx="2633472" cy="34930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9272" y="1207008"/>
            <a:ext cx="2633472" cy="45720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33502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Infrastructure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0440" y="2011680"/>
            <a:ext cx="91440" cy="91440"/>
          </a:xfrm>
          <a:prstGeom prst="ellipse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92024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/ AWS — multi-region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2633472"/>
            <a:ext cx="91440" cy="91440"/>
          </a:xfrm>
          <a:prstGeom prst="ellipse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542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to handle traffic spikes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255264"/>
            <a:ext cx="91440" cy="91440"/>
          </a:xfrm>
          <a:prstGeom prst="ellipse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16382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SLA guaranteed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20440" y="3877056"/>
            <a:ext cx="91440" cy="91440"/>
          </a:xfrm>
          <a:prstGeom prst="ellipse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7856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 24/7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1207008"/>
            <a:ext cx="2633472" cy="34930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1207008"/>
            <a:ext cx="2633472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33502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36792" y="2011680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192024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EU data protection ready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36792" y="263347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2542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Cybersecurity Law (2018)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36792" y="3255264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316382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deletion on request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36792" y="3877056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37856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privacy policy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LuvMiPet's business framework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041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07008"/>
            <a:ext cx="54864" cy="8961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9224" y="14996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"All-in-one" Ecosystem: AI health management + Smart shopping + Priority service booking + Engaged community.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81728" y="1207008"/>
            <a:ext cx="395935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207008"/>
            <a:ext cx="54864" cy="89611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26187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58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owners in Vietnam (Gen Z, Millennials), income 12–25M VND/month — tech-savvy, willing to pay for utility services under 100k.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176272"/>
            <a:ext cx="4041648" cy="896112"/>
          </a:xfrm>
          <a:prstGeom prst="roundRect">
            <a:avLst>
              <a:gd name="adj" fmla="val 10204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176272"/>
            <a:ext cx="54864" cy="8961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Premium subscription 50k/month.  2. Commission 5–10% from bookings &amp; shop orders.  3. Display ads for Free users.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2176272"/>
            <a:ext cx="3959352" cy="896112"/>
          </a:xfrm>
          <a:prstGeom prst="roundRect">
            <a:avLst>
              <a:gd name="adj" fmla="val 10204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2176272"/>
            <a:ext cx="54864" cy="89611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231136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468880"/>
            <a:ext cx="3758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/ Google Play (main); TikTok, FB, IG short-form videos (marketing); Push notifications in-app.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145536"/>
            <a:ext cx="4041648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45536"/>
            <a:ext cx="54864" cy="8961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" y="34381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 &amp; maintenance; Connecting clinic/spa/pet shop systems; Marketing &amp; community management.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81728" y="3145536"/>
            <a:ext cx="395935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145536"/>
            <a:ext cx="54864" cy="89611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200400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8032" y="3438144"/>
            <a:ext cx="3758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 platform &amp; data; Operations team; Partner network (Clinic Network).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114800"/>
            <a:ext cx="4041648" cy="896112"/>
          </a:xfrm>
          <a:prstGeom prst="roundRect">
            <a:avLst>
              <a:gd name="adj" fmla="val 10204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114800"/>
            <a:ext cx="54864" cy="8961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169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Partnerships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" y="4407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clinics &amp; Pet Spas (Happy Paws…); Major food brands (Royal Canin, SOS); Shipping &amp; payment (MoMo, VNPAY).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81728" y="4114800"/>
            <a:ext cx="3959352" cy="896112"/>
          </a:xfrm>
          <a:prstGeom prst="roundRect">
            <a:avLst>
              <a:gd name="adj" fmla="val 10204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4114800"/>
            <a:ext cx="54864" cy="89611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169664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4407408"/>
            <a:ext cx="3758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API maintenance; Marketing / KOL costs; Order operations &amp; customer support costs.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Plans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plan that fits your pet care needs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 ·  $0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74904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37360"/>
            <a:ext cx="54864" cy="31272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836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Experience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" y="2432304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267712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up to 2 pet profiles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" y="2871216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06624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vaccination &amp; deworming reminders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944" y="331012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4553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service booking (partner's regular slots)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" y="3749040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58444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AI health log (manual entry + simple score)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206240"/>
            <a:ext cx="3621024" cy="475488"/>
          </a:xfrm>
          <a:prstGeom prst="roundRect">
            <a:avLst>
              <a:gd name="adj" fmla="val 15385"/>
            </a:avLst>
          </a:prstGeom>
          <a:solidFill>
            <a:srgbClr val="EAF3F8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2062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user habit &amp; grow the data network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207008"/>
            <a:ext cx="4069080" cy="475488"/>
          </a:xfrm>
          <a:prstGeom prst="roundRect">
            <a:avLst>
              <a:gd name="adj" fmla="val 2307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2070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 ·  50,000 VND / 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1883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Elevated Care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2194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revenue stream — focused on tangible user value: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578608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Discount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 off every month at the in-app Shop. Discount value typically exceeds the sub fee — built-in upgrade incentive.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182112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200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Booking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36592" y="3419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time slots &amp; top-rated vets at partner clinics. No queue.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785616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803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Health 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4023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deep analysis + early disease detection via photo (stool, skin). Trend charts &amp; vet-ready PDF export.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4389120"/>
            <a:ext cx="54864" cy="53035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4407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Pets + No Ads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4626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as many pets as you need. Completely ad-free experience.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&amp; UX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looks and feels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0690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07008"/>
            <a:ext cx="54864" cy="16276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77393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pastel tones, smooth sliders, and mood icons — designed to feel personal and calming on daily use.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2312" y="1207008"/>
            <a:ext cx="40690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207008"/>
            <a:ext cx="54864" cy="162763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7393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&amp; spa owners get a clean dashboard to view, confirm, and manage all incoming appointment requests.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PRINCIPLES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81381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46704"/>
            <a:ext cx="54864" cy="493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655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655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SECONDS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75104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Radically Simple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75104" y="362102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log done with sliders + mood emoji — zero friction, every day.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8138160" cy="493776"/>
          </a:xfrm>
          <a:prstGeom prst="roundRect">
            <a:avLst>
              <a:gd name="adj" fmla="val 22222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13632"/>
            <a:ext cx="54864" cy="493776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032504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325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PTS/LOG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75104" y="3968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Loop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75104" y="418795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entry — habit-forming rewards that drive daily opens.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480560"/>
            <a:ext cx="81381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80560"/>
            <a:ext cx="54864" cy="493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59943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599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75104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Navigation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75104" y="47548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health, shop, and booking with one tap — always connected.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54864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Disclosure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4944" y="877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 tools responsibly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633472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07008"/>
            <a:ext cx="54864" cy="21214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/ Gemini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865376"/>
            <a:ext cx="2331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business model optimization, and report content drafting.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207008"/>
            <a:ext cx="2633472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207008"/>
            <a:ext cx="54864" cy="2121408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 AI / Canva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865376"/>
            <a:ext cx="2331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wireframing and interactive prototype building for the app.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1207008"/>
            <a:ext cx="2633472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207008"/>
            <a:ext cx="54864" cy="21214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6792" y="1865376"/>
            <a:ext cx="2331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 checks, technical metric calculations, and document generation.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8138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C8D0D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493008"/>
            <a:ext cx="54864" cy="1170432"/>
          </a:xfrm>
          <a:prstGeom prst="rect">
            <a:avLst/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621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Confirmation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" y="39319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AI-assisted content has been reviewed, edited, and validated by the team against real market conditions to ensure accuracy, relevance, and feasibility of the project.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64008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68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49808" y="22128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A8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listening!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LuvMiPet  ·  Checkpoint 3  · 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9384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O2O Booking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55848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82312" y="4224528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3A86A8"/>
          </a:solidFill>
          <a:ln w="12700">
            <a:solidFill>
              <a:srgbClr val="3A86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4224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LuvMiPet – Checkpoint 3</dc:title>
  <dc:subject>PptxGenJS Presentation</dc:subject>
  <dc:creator>PptxGenJS</dc:creator>
  <cp:lastModifiedBy>PptxGenJS</cp:lastModifiedBy>
  <cp:revision>1</cp:revision>
  <dcterms:created xsi:type="dcterms:W3CDTF">2026-03-13T06:40:44Z</dcterms:created>
  <dcterms:modified xsi:type="dcterms:W3CDTF">2026-03-13T06:40:44Z</dcterms:modified>
</cp:coreProperties>
</file>